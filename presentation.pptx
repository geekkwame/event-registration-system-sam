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EA5E9"/>
                </a:solidFill>
              </a:defRPr>
            </a:pPr>
            <a:r>
              <a:t>⚡ Event-Connect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Universal Multi-API Event Manager &amp; Ticketing Integration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A high-performance AWS serverless architecture connecting multi-region event APIs,</a:t>
            </a:r>
            <a:br/>
            <a:r>
              <a:t>enforcing zero overbooking, and delivering $0 running cost while idle.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75488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5CF6"/>
                </a:solidFill>
              </a:defRPr>
            </a:pPr>
            <a:r>
              <a:t>📍 Live App: https://geekkwame.github.io/event-registration-system-sam/   |   ☁️ AWS us-west-1 &amp; us-east-1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EVENT-CONNECT — SERVERLESS TICKETING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Pitfalls of Traditional Event Registration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1345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476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🚨 1. Overbooking &amp; Venue Violations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Standard online forms (like MS Forms or Google Forms) lack live capacity enforcement.</a:t>
            </a:r>
            <a:br/>
            <a:br/>
            <a:r>
              <a:t>• Registration forms remain open even when seats are full.</a:t>
            </a:r>
            <a:br/>
            <a:r>
              <a:t>• Venue capacity thresholds are breached, forcing manual rejections.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1345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476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⚠️ 2. Duplicate Registrations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Without immediate validation or pass issuance, attendees resubmit forms multiple times.</a:t>
            </a:r>
            <a:br/>
            <a:br/>
            <a:r>
              <a:t>• Inflated headcount metrics in spreadsheets.</a:t>
            </a:r>
            <a:br/>
            <a:r>
              <a:t>• Dirty data requiring hours of manual email cross-referencing.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41345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476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🌐 3. Multi-System Fragmentation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Organizations operating across multiple departments or AWS regions face disconnected APIs.</a:t>
            </a:r>
            <a:br/>
            <a:br/>
            <a:r>
              <a:t>• No single portal to view partner events.</a:t>
            </a:r>
            <a:br/>
            <a:r>
              <a:t>• Incompatible payload schemas and CORS cross-origin errors.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EVENT-CONNECT — SERVERLESS TICKETING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Event-Connect Solution &amp; Core Value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1345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476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🔗 Universal Multi-API Hub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Connect to any AWS SAM API Gateway endpoint across regions instantly using Quick-Connect presets.</a:t>
            </a:r>
            <a:br/>
            <a:br/>
            <a:r>
              <a:t>• Dynamic endpoint switching.</a:t>
            </a:r>
            <a:br/>
            <a:r>
              <a:t>• Automated stage path normalization.</a:t>
            </a:r>
            <a:br/>
            <a:r>
              <a:t>• Full CORS preflight compatibility.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1345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476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🛡️ Automated Capacity Control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Backend microservices validate DynamoDB seat counts atomically before saving sign-ups.</a:t>
            </a:r>
            <a:br/>
            <a:br/>
            <a:r>
              <a:t>• Hard capacity caps block overbooking.</a:t>
            </a:r>
            <a:br/>
            <a:r>
              <a:t>• Live color-coded capacity badges.</a:t>
            </a:r>
            <a:br/>
            <a:r>
              <a:t>• One-click instant seat restoration.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41345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476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💰 $0 Running Cost When Idle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Built strictly with AWS Serverless components to eliminate fixed monthly server costs.</a:t>
            </a:r>
            <a:br/>
            <a:br/>
            <a:r>
              <a:t>• Pay per request execution only.</a:t>
            </a:r>
            <a:br/>
            <a:r>
              <a:t>• Free tier eligible across all AWS services.</a:t>
            </a:r>
            <a:br/>
            <a:r>
              <a:t>• Zero server management overhead.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EVENT-CONNECT — SERVERLESS TICKETING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End-to-End AWS Serverless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9905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22473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1. Web UI Dashboard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GitHub Pages (HTML5/CSS3)</a:t>
            </a:r>
            <a:br/>
            <a:r>
              <a:t>Glassmorphism design, async fetch, API preset state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49905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011680"/>
            <a:ext cx="222473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2. AWS API Gateway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Secure REST API routing</a:t>
            </a:r>
            <a:br/>
            <a:r>
              <a:t>CORS preflight handling, stage normalization (/dev, /Prod).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49905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222473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3. Python 3.12 Lambdas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Microservices:</a:t>
            </a:r>
            <a:br/>
            <a:r>
              <a:t>• list_events.py</a:t>
            </a:r>
            <a:br/>
            <a:r>
              <a:t>• register.py</a:t>
            </a:r>
            <a:br/>
            <a:r>
              <a:t>• get_registrations.py</a:t>
            </a:r>
            <a:br/>
            <a:r>
              <a:t>• cancel_registration.py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828800"/>
            <a:ext cx="249905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011680"/>
            <a:ext cx="222473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4. DynamoDB &amp; SNS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NoSQL Data Store:</a:t>
            </a:r>
            <a:br/>
            <a:r>
              <a:t>• Events &amp; Registrations tables</a:t>
            </a:r>
            <a:br/>
            <a:r>
              <a:t>• EmailIndex GSI for fast lookup</a:t>
            </a:r>
            <a:br/>
            <a:r>
              <a:t>• SNS automated email alerts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EVENT-CONNECT — SERVERLESS TICKETING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Universal Multi-Region API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🟢 Primary Hub API (AWS us-west-1)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Endpoint: https://kems8drwn6.execute-api.us-west-1.amazonaws.com/Prod</a:t>
            </a:r>
            <a:br/>
            <a:br/>
            <a:r>
              <a:t>• Full administrative &amp; attendee capabilities.</a:t>
            </a:r>
            <a:br/>
            <a:r>
              <a:t>• Production AWS SAM stack deployment.</a:t>
            </a:r>
            <a:br/>
            <a:r>
              <a:t>• Real-time DynamoDB table synchronization.</a:t>
            </a:r>
            <a:br/>
            <a:r>
              <a:t>• CloudWatch alarm monitoring at 5% error threshold.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🟣 Partner Integration APIs (AWS us-east-1)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Endpoints:</a:t>
            </a:r>
            <a:br/>
            <a:r>
              <a:t>• Gloria's API: https://djabididt6.execute-api.us-east-1.amazonaws.com</a:t>
            </a:r>
            <a:br/>
            <a:r>
              <a:t>• Dawuni's API: https://mmrq6ebalh.execute-api.us-east-1.amazonaws.com</a:t>
            </a:r>
            <a:br/>
            <a:br/>
            <a:r>
              <a:t>• Cross-account regional event aggregation.</a:t>
            </a:r>
            <a:br/>
            <a:r>
              <a:t>• Dynamic stage path handling.</a:t>
            </a:r>
            <a:br/>
            <a:r>
              <a:t>• Unified event listing &amp; ticketing in one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EVENT-CONNECT — SERVERLESS TICKETING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Attendee Experience &amp; Ticket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1. Event Discovery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Browse events with live capacity progress bars and status indicators (Open, Near Full, Full).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01168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2. Smart Sign-Up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Register with instant duplicate prevention, email format validation, and atomic seat locking.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3. Digital Pass Lookup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Query active tickets anytime by email via DynamoDB EmailIndex Global Secondary Index (GSI).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82880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01168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4. One-Click Cancel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Cancel ticket instantly to remove registration and restore event capacity back to the public pool.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EVENT-CONNECT — SERVERLESS TICKETING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DevOps, CI/CD Pipeline &amp; Quality Assurance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🔄 GitHub Actions CI/CD Pipeline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• Automated Pull Request Checks: Executes unit tests automatically before merging.</a:t>
            </a:r>
            <a:br/>
            <a:r>
              <a:t>• Continuous Deployment: Automatic build &amp; deployment (`sam deploy`) to AWS on `main` push.</a:t>
            </a:r>
            <a:br/>
            <a:r>
              <a:t>• GitHub Pages Automation: Auto-deploys static frontend updates on push.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🧪 Pytest Suite &amp; Infrastructure as Code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• 9/9 Automated Unit Tests Passing: Powered by `moto` to mock AWS DynamoDB &amp; SNS locally at $0 cost.</a:t>
            </a:r>
            <a:br/>
            <a:r>
              <a:t>• AWS SAM IaC (`template.yaml`): Standardized CloudFormation definitions for all serverless resources.</a:t>
            </a:r>
            <a:br/>
            <a:r>
              <a:t>• CloudWatch Monitoring: Error alarms configured for high availability.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EVENT-CONNECT — SERVERLESS TICKETING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Live Interactive System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966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A5E9"/>
                </a:solidFill>
              </a:defRPr>
            </a:pPr>
            <a:r>
              <a:t>🖥️ Live Application Walkthrough Plan</a:t>
            </a:r>
          </a:p>
          <a:p>
            <a:br/>
            <a:pPr>
              <a:defRPr sz="1600">
                <a:solidFill>
                  <a:srgbClr val="F8FAFC"/>
                </a:solidFill>
              </a:defRPr>
            </a:pPr>
            <a:r>
              <a:t>1. Quick-Connect API Presets: Switch between AWS us-west-1 Primary Hub &amp; us-east-1 Partner APIs.</a:t>
            </a:r>
            <a:br/>
            <a:r>
              <a:t>2. Real-Time Capacity Tracking: Observe live event progress bars and capacity status badges.</a:t>
            </a:r>
            <a:br/>
            <a:r>
              <a:t>3. Attendee Registration Flow: Register attendee &amp; receive instant Registration ID pass.</a:t>
            </a:r>
            <a:br/>
            <a:r>
              <a:t>4. Email Pass Lookup (GSI): Query attendee tickets dynamically from DynamoDB.</a:t>
            </a:r>
            <a:br/>
            <a:r>
              <a:t>5. Ticket Cancellation &amp; Restoration: Cancel pass to verify instant seat capacity restoration.</a:t>
            </a:r>
          </a:p>
          <a:p>
            <a:br/>
            <a:pPr>
              <a:defRPr sz="1600" b="1">
                <a:solidFill>
                  <a:srgbClr val="10B981"/>
                </a:solidFill>
              </a:defRPr>
            </a:pPr>
            <a:r>
              <a:t>👉 Live Web App URL: https://geekkwame.github.io/event-registration-system-sam/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EVENT-CONNECT — SERVERLESS TICKETING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Summary of Impact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🌟 Key Business Impact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• 100% Elimination of Overbooking: Hard backend capacity locks.</a:t>
            </a:r>
            <a:br/>
            <a:r>
              <a:t>• 100% Duplicate Prevention: Enforced GSI unique email validation.</a:t>
            </a:r>
            <a:br/>
            <a:r>
              <a:t>• $0 Monthly Idle Overhead: Pure pay-per-request serverless stack.</a:t>
            </a:r>
            <a:br/>
            <a:r>
              <a:t>• Cross-Region Integration: Aggregate partner APIs seamlessly.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🚀 Future System Roadmap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• QR Code Ticket Check-in: Mobile camera scanning for on-site event staff.</a:t>
            </a:r>
            <a:br/>
            <a:r>
              <a:t>• Webhook Integrations: Google Calendar &amp; Outlook calendar sync.</a:t>
            </a:r>
            <a:br/>
            <a:r>
              <a:t>• Multi-Tenant RBAC: Role-based access control for event organizers.</a:t>
            </a:r>
            <a:br/>
            <a:br/>
            <a:r>
              <a:t>❓ Questions &amp; Answers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